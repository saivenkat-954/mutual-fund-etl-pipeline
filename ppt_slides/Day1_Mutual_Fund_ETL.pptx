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1 — Mutual Fund ETL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setup, data ingestion, quality checks &amp; AMFI 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 Ingested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fund_master: 40 rows × 15 columns</a:t>
            </a:r>
          </a:p>
          <a:p>
            <a:r>
              <a:t>nav_history: 46,000 rows × 3 columns</a:t>
            </a:r>
          </a:p>
          <a:p>
            <a:r>
              <a:t>aum_by_fund_house: 90 rows × 5 columns</a:t>
            </a:r>
          </a:p>
          <a:p>
            <a:r>
              <a:t>monthly_sip_inflows: 48 rows × 6 columns</a:t>
            </a:r>
          </a:p>
          <a:p>
            <a:r>
              <a:t>category_inflows: 144 rows × 3 columns</a:t>
            </a:r>
          </a:p>
          <a:p>
            <a:r>
              <a:t>industry_folio_count: 21 rows × 6 columns</a:t>
            </a:r>
          </a:p>
          <a:p>
            <a:r>
              <a:t>scheme_performance: 40 rows × 19 columns</a:t>
            </a:r>
          </a:p>
          <a:p>
            <a:r>
              <a:t>investor_transactions: 32,778 rows × 13 columns</a:t>
            </a:r>
          </a:p>
          <a:p>
            <a:r>
              <a:t>portfolio_holdings: 322 rows × 8 columns</a:t>
            </a:r>
          </a:p>
          <a:p>
            <a:r>
              <a:t>benchmark_indices: 8,050 rows × 3 columns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10/10 datasets loaded successfully</a:t>
            </a:r>
          </a:p>
          <a:p>
            <a:r>
              <a:t>No duplicate rows in supplied datasets</a:t>
            </a:r>
          </a:p>
          <a:p>
            <a:r>
              <a:t>No orphan AMFI codes across linked datasets</a:t>
            </a:r>
          </a:p>
          <a:p>
            <a:r>
              <a:t>NAV history has no duplicate scheme/date pairs</a:t>
            </a:r>
          </a:p>
          <a:p>
            <a:r>
              <a:t>12 initial YoY SIP values are expected analytical nulls</a:t>
            </a:r>
          </a:p>
          <a:p>
            <a:r>
              <a:t>Portfolio weights are ~100% after rounding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Assigned MFAPI Schemes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119551 — SBI Bluechip Fund - Regular Plan - Growth</a:t>
            </a:r>
          </a:p>
          <a:p>
            <a:r>
              <a:t>118632 — Nippon India Large Cap Fund - Regular - Growth</a:t>
            </a:r>
          </a:p>
          <a:p>
            <a:r>
              <a:t>119092 — Axis Bluechip Fund - Regular - Growth</a:t>
            </a:r>
          </a:p>
          <a:p>
            <a:r>
              <a:t>120503 — ICICI Pru Bluechip Fund - Regular - Growth</a:t>
            </a:r>
          </a:p>
          <a:p>
            <a:r>
              <a:t>120841 — Kotak Bluechip Fund - Regular - Growth</a:t>
            </a:r>
          </a:p>
          <a:p>
            <a:r>
              <a:t>125497 — HDFC Top 100 Fund - Direct Plan -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Fetch live NAV JSON from MFAPI → save raw JSON → flatten to CSV → validate against fund_master/nav_history → commit Day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